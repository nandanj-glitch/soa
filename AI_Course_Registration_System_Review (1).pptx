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904" r:id="rId16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13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13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13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hyperlink" Target="https://svgsilh.com/03a9f4/image/98809.html" TargetMode="External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Relationship Id="rId10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September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Y. Gowtham Reddy (2420030522)</a:t>
                      </a:r>
                      <a:b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</a:b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G. Devaki Nandan Varma (2420030532)</a:t>
                      </a:r>
                      <a:b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</a:b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Arjun Reddy (2420030559)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Neelima 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September 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784267"/>
            <a:ext cx="10715625" cy="954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lvl="0" algn="ctr">
              <a:defRPr/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Integrated Course Registration and Student Academic Management System for Intelligent Academic Planning and Administration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University course registration and academic administration still rely on disjointed, manually operated systems that treat enrollment, timetable clashes, prerequisite checks, and academic advising as separate, loosely connected activities.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This fragmentation leads to registration bottlenecks, seat-allocation conflicts, delayed academic guidance, and heavy administrative overhead for both students and faculty.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As student populations and elective course catalogues continue to grow, disconnected legacy tools cannot scale to meet demand or provide timely, accurate guidance.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There is a pressing need for a unified, intelligent, and scalable platform that automates registration while proactively supporting academic planning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Unify course registration, student records management, and academic advising into a single, cohesive platform.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Design the backend as independently deployable Spring Boot microservices under a Service-Oriented Architecture (SOA) for scalability, fault isolation, and maintainability.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Build a responsive React.js single-page application to deliver a modern, intuitive front-end experience.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Secure every API endpoint with JWT-based authentication and enforce role-based access for students, faculty, and administrators.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Integrate the Gemini API into the planning service to generate personalized course recommendations, flag scheduling conflicts, and provide natural-language academic guidance.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Maintain persistent data through MySQL, with each microservice owning its own schema to preserve data ownership and consistency.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1900" b="0">
                <a:solidFill>
                  <a:srgbClr val="1A1A1A"/>
                </a:solidFill>
                <a:latin typeface="Times New Roman"/>
              </a:rPr>
              <a:t>Establish an industry-standard development pipeline using Maven, Postman, and Git/GitHub for builds, API testing, and collaborative version control.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Chaudhary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The Impact of AI-Based Course-Recommender Systems on Students' Course-Selection Decision-Making, MDPI Applied 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Speed-dating study exposing students to AI-based course recommender systems; thematic analysis of resulting perceptions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Students expect AI recommenders to retrieve, filter, and visualize course information during search, and to quantify hard-to-evaluate qualitative signals during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Study is perception-based rather than a deployed system; does not address registration-time conflict detection or scheduling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Xu et al. (2023) — DORIS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DORIS: Personalized Course Recommendation System Based on Deep Learning, PMC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Deep Factorization Machine (DeepFM) combined with TextRank and PCA to model course text features and student interests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Achieved an AUC of 0.969 for course recommendation, notably higher than baseline collaborative-filtering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Focuses purely on recommendation accuracy; not integrated with live registration, prerequisite validation, or advising workflows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Rusu et al. — One-Gateway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One-Gateway System in Managing Campus Information Systems Using Microservices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API Gateway routing requests to independently deployable microservices built on Spring Cloud, replacing a monolithic campus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Demonstrated improved decoupling, easier maintenance, and independent scalability of campus services under real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Times New Roman"/>
                        </a:defRPr>
                      </a:pPr>
                      <a:r>
                        <a:rPr sz="1100">
                          <a:latin typeface="Times New Roman"/>
                        </a:rPr>
                        <a:t>Focused on infrastructure/administration services; does not incorporate AI-driven academic planning or advising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685800" y="600078"/>
            <a:ext cx="1082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Existing university ERPs treat registration, records, and advising as siloed modules with no real-time cross-linking between them.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Timetable clashes and prerequisite checks are typically validated manually or only after submission, so conflicts surface late instead of being prevented at the point of registration.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Academic advising in most systems is reactive and generic — it is not personalized to a student's live progress toward degree requirements.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Few existing platforms combine the scalability of microservices with AI-based, natural-language guidance grounded in a student's actual academic record.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There is no widely available, unified, role-based, API-secured platform that ties registration, records, and intelligent planning into one system.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685800" y="567351"/>
            <a:ext cx="1082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Combines a Service-Oriented microservices backend with generative AI (Gemini API) to deliver real-time, context-aware academic planning rather than static rule-based advising.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An intelligent planning service proactively flags seat, timetable, and prerequisite conflicts during registration instead of after submission.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A natural-language advising assistant grounded in each student's actual academic history and remaining degree requirements, not generic course catalogues.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Independently deployable microservices give fault isolation and elastic scalability that monolithic campus ERPs typically lack.</a:t>
            </a:r>
          </a:p>
          <a:p>
            <a:pPr marL="285750" indent="-228600">
              <a:spcAft>
                <a:spcPts val="1200"/>
              </a:spcAft>
              <a:buFont typeface="Arial"/>
              <a:buChar char="•"/>
            </a:pPr>
            <a:r>
              <a:rPr sz="2100" b="0">
                <a:solidFill>
                  <a:srgbClr val="1A1A1A"/>
                </a:solidFill>
                <a:latin typeface="Times New Roman"/>
              </a:rPr>
              <a:t>Uniform JWT-based, role-based security enforced across every API endpoint for students, faculty, and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1A"/>
                </a:solidFill>
                <a:latin typeface="Times New Roman"/>
              </a:rPr>
              <a:t>Project Architecture / Project Overview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3112" cy="55100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24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Times New Roman"/>
              </a:rPr>
              <a:t>Technically feasible with Spring Boot, React.js, MySQL, and the Gemini API; scoped for delivery across one academic semester by a 3-member team.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31720"/>
          <a:ext cx="1090879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1371600"/>
                <a:gridCol w="3136392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Key Activities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Milestone</a:t>
                      </a:r>
                    </a:p>
                  </a:txBody>
                  <a:tcPr marL="45720" marR="45720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Requirement Analysis &amp; Design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Finalize scope, SOA service boundaries, DB schema, UI wireframes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Weeks 1-2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Review 1 (this review)</a:t>
                      </a:r>
                    </a:p>
                  </a:txBody>
                  <a:tcPr marL="45720" marR="45720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Core Microservices Development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Build Course Registration &amp; Student Academic Management services, MySQL schemas, REST APIs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Weeks 3-6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Working registration + records APIs</a:t>
                      </a:r>
                    </a:p>
                  </a:txBody>
                  <a:tcPr marL="45720" marR="45720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AI Planning Service &amp; Frontend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Integrate Gemini API for recommendations/conflict detection; build React.js SPA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Weeks 7-9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Review 2</a:t>
                      </a:r>
                    </a:p>
                  </a:txBody>
                  <a:tcPr marL="45720" marR="45720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Security, Integration &amp; Testing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JWT auth, role-based access, Postman test suites, end-to-end integration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Weeks 10-12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Integrated system demo</a:t>
                      </a:r>
                    </a:p>
                  </a:txBody>
                  <a:tcPr marL="45720" marR="45720"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Deployment &amp; Final Review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Performance tuning, documentation, deployment, final presentation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Weeks 13-14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Times New Roman"/>
                        </a:defRPr>
                      </a:pPr>
                      <a:r>
                        <a:rPr sz="1100" b="0">
                          <a:latin typeface="Times New Roman"/>
                        </a:rPr>
                        <a:t>Review 3 / Final Viva</a:t>
                      </a:r>
                    </a:p>
                  </a:txBody>
                  <a:tcPr marL="45720" marR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204</Words>
  <Application>Microsoft Office PowerPoint</Application>
  <PresentationFormat>Widescreen</PresentationFormat>
  <Paragraphs>61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Neelima Gogineni</cp:lastModifiedBy>
  <cp:revision>32</cp:revision>
  <dcterms:created xsi:type="dcterms:W3CDTF">2026-08-08T06:33:56Z</dcterms:created>
  <dcterms:modified xsi:type="dcterms:W3CDTF">2026-08-13T06:35:01Z</dcterms:modified>
</cp:coreProperties>
</file>